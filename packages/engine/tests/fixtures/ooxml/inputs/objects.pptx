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"/>
  </p:sldMasterIdLst>
  <p:sldIdLst>
    <p:sldId id="256" r:id="rIdS1"/>
    <p:sldId id="257" r:id="rIdS2"/>
    <p:sldId id="258" r:id="rIdS3"/>
  </p:sldIdLst>
  <p:sldSz cx="12192000" cy="6858000"/>
  <p:defaultTextStyle/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지어낸 발표 차트</a:t>
            </a:r>
          </a:p>
        </c:rich>
      </c:tx>
      <c:txPr>
        <a:bodyPr/>
        <a:p>
          <a:pPr/>
          <a:endParaRPr lang="ko-KR"/>
        </a:p>
      </c:txPr>
    </c:title>
    <c:title>
      <c:tx>
        <c:rich>
          <a:bodyPr/>
          <a:p>
            <a:r>
              <a:t>단위: 건</a:t>
            </a:r>
          </a:p>
        </c:rich>
      </c:tx>
      <c:txPr>
        <a:bodyPr/>
        <a:p>
          <a:pPr/>
          <a:endParaRPr lang="ko-KR"/>
        </a:p>
      </c:txPr>
    </c:title>
    <c:plotArea>
      <c:barChart>
        <c:ser>
          <c:cat>
            <c:strRef>
              <c:f>Sheet1!$A$2</c:f>
              <c:strCache>
                <c:pt idx="0">
                  <c:v>상반기</c:v>
                </c:pt>
                <c:pt idx="1">
                  <c:v>12</c:v>
                </c:pt>
              </c:strCache>
            </c:strRef>
          </c:cat>
        </c:ser>
      </c:barChart>
    </c:plotArea>
  </c:chart>
  <c:txPr>
    <a:bodyPr/>
    <a:p>
      <a:pPr/>
      <a:endParaRPr lang="ko-KR"/>
    </a:p>
  </c:txPr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bodyPr/>
        <a:p>
          <a:r>
            <a:t>데이터 쪽 글</a:t>
          </a:r>
        </a:p>
      </dgm:t>
    </dgm:pt>
  </dgm:ptLst>
  <dgm:extLst>
    <a:ext uri="http://schemas.microsoft.com/office/drawing/2008/diagram">
      <dsp:dataModelExt xmlns:dsp="http://schemas.microsoft.com/office/drawing/2008/diagram" relId="rIdDr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1">
      <dgm:t>
        <a:bodyPr/>
        <a:p>
          <a:r>
            <a:t>데이터만 있는 글</a:t>
          </a:r>
        </a:p>
      </dgm:t>
    </dgm:pt>
  </dgm:ptLst>
</dgm:dataModel>
</file>

<file path=ppt/diagrams/drawing1.xml><?xml version="1.0" encoding="utf-8"?>
<dsp:drawing xmlns:dsp="http://schemas.microsoft.com/office/drawing/2008/diagram" xmlns:a="http://schemas.openxmlformats.org/drawingml/2006/main">
  <dsp:spTree>
    <dsp:sp modelId="0">
      <dsp:txBody>
        <a:bodyPr/>
        <a:p>
          <a:r>
            <a:t>그린 첫 도형</a:t>
          </a:r>
        </a:p>
      </dsp:txBody>
    </dsp:sp>
    <dsp:sp modelId="1">
      <dsp:txBody>
        <a:bodyPr/>
        <a:p>
          <a:r>
            <a:t>그린 둘째 도형</a:t>
          </a:r>
        </a:p>
        <a:p>
          <a:r>
            <a:t>둘째 문단</a:t>
          </a:r>
        </a:p>
      </dsp:txBody>
    </dsp:sp>
  </dsp:spTree>
</dsp:drawing>
</file>

<file path=ppt/slideLayouts/_rels/slideLayout1.xml.rels><?xml version="1.0" encoding="UTF-8" standalone="yes"?>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</p:spTree>
  </p:cSld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P" Type="http://schemas.openxmlformats.org/officeDocument/2006/relationships/image" Target="../media/gray.png"/><Relationship Id="rIdA" Type="http://schemas.openxmlformats.org/officeDocument/2006/relationships/image" Target="../media/alpha.png"/><Relationship Id="rIdE" Type="http://schemas.openxmlformats.org/officeDocument/2006/relationships/image" Target="../media/fake.emf"/><Relationship Id="rIdS" Type="http://schemas.openxmlformats.org/officeDocument/2006/relationships/image" Target="../media/vector.svg"/><Relationship Id="rIdC" Type="http://schemas.openxmlformats.org/officeDocument/2006/relationships/chart" Target="../charts/chart1.xml"/><Relationship Id="rIdDm" Type="http://schemas.openxmlformats.org/officeDocument/2006/relationships/diagramData" Target="../diagrams/data1.xml"/><Relationship Id="rIdDr" Type="http://schemas.microsoft.com/office/2007/relationships/diagramDrawing" Target="../diagrams/drawing1.xml"/><Relationship Id="rIdD2" Type="http://schemas.openxmlformats.org/officeDocument/2006/relationships/diagramData" Target="../diagrams/data2.xml"/></Relationships>
</file>

<file path=ppt/slides/_rels/slide2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P" Type="http://schemas.openxmlformats.org/officeDocument/2006/relationships/image" Target="../media/gray.png"/><Relationship Id="rIdA" Type="http://schemas.openxmlformats.org/officeDocument/2006/relationships/image" Target="../media/alpha.png"/><Relationship Id="rIdE" Type="http://schemas.openxmlformats.org/officeDocument/2006/relationships/image" Target="../media/fake.emf"/><Relationship Id="rIdS" Type="http://schemas.openxmlformats.org/officeDocument/2006/relationships/image" Target="../media/vector.svg"/><Relationship Id="rIdC" Type="http://schemas.openxmlformats.org/officeDocument/2006/relationships/chart" Target="../charts/chart1.xml"/><Relationship Id="rIdDm" Type="http://schemas.openxmlformats.org/officeDocument/2006/relationships/diagramData" Target="../diagrams/data1.xml"/><Relationship Id="rIdDr" Type="http://schemas.microsoft.com/office/2007/relationships/diagramDrawing" Target="../diagrams/drawing1.xml"/><Relationship Id="rIdD2" Type="http://schemas.openxmlformats.org/officeDocument/2006/relationships/diagramData" Target="../diagrams/data2.xml"/></Relationships>
</file>

<file path=ppt/slides/_rels/slide3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P" Type="http://schemas.openxmlformats.org/officeDocument/2006/relationships/image" Target="../media/gray.png"/><Relationship Id="rIdA" Type="http://schemas.openxmlformats.org/officeDocument/2006/relationships/image" Target="../media/alpha.png"/><Relationship Id="rIdE" Type="http://schemas.openxmlformats.org/officeDocument/2006/relationships/image" Target="../media/fake.emf"/><Relationship Id="rIdS" Type="http://schemas.openxmlformats.org/officeDocument/2006/relationships/image" Target="../media/vector.svg"/><Relationship Id="rIdC" Type="http://schemas.openxmlformats.org/officeDocument/2006/relationships/chart" Target="../charts/chart1.xml"/><Relationship Id="rIdDm" Type="http://schemas.openxmlformats.org/officeDocument/2006/relationships/diagramData" Target="../diagrams/data1.xml"/><Relationship Id="rIdDr" Type="http://schemas.microsoft.com/office/2007/relationships/diagramDrawing" Target="../diagrams/drawing1.xml"/><Relationship Id="rIdD2" Type="http://schemas.openxmlformats.org/officeDocument/2006/relationships/diagramData" Target="../diagrams/data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graphicFrame>
        <p:nvGraphicFramePr>
          <p:cNvPr id="2" name="표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table">
            <a:tbl>
              <a:tblPr firstRow="1"/>
              <a:tblGrid>
                <a:gridCol w="914400"/>
                <a:gridCol w="914400"/>
                <a:gridCol w="914400"/>
                <a:gridCol w="914400"/>
              </a:tblGrid>
              <a:tr h="370840">
                <a:tc>
                  <a:txBody>
                    <a:bodyPr/>
                    <a:p>
                      <a:r>
                        <a:rPr lang="ko-KR"/>
                        <a:t>구분</a:t>
                      </a:r>
                    </a:p>
                  </a:txBody>
                </a:tc>
                <a:tc gridSpan="2">
                  <a:txBody>
                    <a:bodyPr/>
                    <a:p>
                      <a:r>
                        <a:rPr lang="ko-KR"/>
                        <a:t>가로 둘</a:t>
                      </a:r>
                    </a:p>
                  </a:txBody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p>
                      <a:r>
                        <a:rPr lang="ko-KR"/>
                        <a:t>넷째</a:t>
                      </a:r>
                    </a:p>
                  </a:txBody>
                </a:tc>
              </a:tr>
              <a:tr h="370840">
                <a:tc rowSpan="2">
                  <a:txBody>
                    <a:bodyPr/>
                    <a:p>
                      <a:r>
                        <a:rPr lang="ko-KR"/>
                        <a:t>세로 둘</a:t>
                      </a:r>
                    </a:p>
                  </a:txBody>
                </a:tc>
                <a:tc gridSpan="2" rowSpan="2">
                  <a:txBody>
                    <a:bodyPr/>
                    <a:p>
                      <a:r>
                        <a:rPr lang="ko-KR"/>
                        <a:t>네모</a:t>
                      </a:r>
                    </a:p>
                  </a:txBody>
                </a:tc>
                <a:tc hMerge="true">
                  <a:txBody>
                    <a:bodyPr/>
                    <a:p/>
                  </a:txBody>
                </a:tc>
                <a:tc>
                  <a:txBody>
                    <a:bodyPr/>
                    <a:p>
                      <a:r>
                        <a:rPr lang="ko-KR"/>
                        <a:t>값 1</a:t>
                      </a:r>
                    </a:p>
                  </a:txBody>
                </a:tc>
              </a:tr>
              <a:tr h="370840">
                <a:tc vMerge="1">
                  <a:txBody>
                    <a:bodyPr/>
                    <a:p>
                      <a:r>
                        <a:rPr lang="ko-KR"/>
                        <a:t>이어진 칸 글</a:t>
                      </a:r>
                    </a:p>
                  </a:txBody>
                </a:tc>
                <a:tc vMerge="true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>
                  <a:txBody>
                    <a:bodyPr/>
                    <a:p>
                      <a:r>
                        <a:rPr lang="ko-KR"/>
                        <a:t>값 2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2" name="표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370840">
                <a:tc>
                  <a:txBody>
                    <a:bodyPr/>
                    <a:p>
                      <a:r>
                        <a:rPr lang="ko-KR"/>
                        <a:t>가</a:t>
                      </a:r>
                    </a:p>
                  </a:txBody>
                </a:tc>
                <a:tc hMerge="1">
                  <a:txBody>
                    <a:bodyPr/>
                    <a:p>
                      <a:r>
                        <a:rPr lang="ko-KR"/>
                        <a:t>고아 칸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lang="ko-KR"/>
                        <a:t>다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ko-KR"/>
                        <a:t>라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2" name="표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370840">
                <a:tc>
                  <a:txBody>
                    <a:bodyPr/>
                    <a:p>
                      <a:r>
                        <a:rPr lang="ko-KR"/>
                        <a:t>상자 안 글</a:t>
                      </a:r>
                    </a:p>
                  </a:txBody>
                </a:tc>
              </a:tr>
            </a:tbl>
          </a:graphicData>
        </a:graphic>
      </p:graphicFrame>
      <p:grpSp>
        <p:nvGrpSpPr>
          <p:cNvPr id="2" name="그룹"/>
          <p:cNvGrpSpPr/>
          <p:nvPr/>
        </p:nvGrpSpPr>
        <p:grpSpPr>
          <a:xfrm>
            <a:off x="0" y="0"/>
            <a:ext cx="914400" cy="914400"/>
            <a:chOff x="0" y="0"/>
            <a:chExt cx="914400" cy="914400"/>
          </a:xfrm>
        </p:grpSpPr>
        <p:grpSp>
          <p:nvGrpSpPr>
            <p:cNvPr id="2" name="그룹"/>
            <p:cNvGrpSpPr/>
            <p:nvPr/>
          </p:nvGrpSpPr>
          <p:grpSpPr>
            <a:xfrm>
              <a:off x="0" y="0"/>
              <a:ext cx="914400" cy="914400"/>
              <a:chOff x="0" y="0"/>
              <a:chExt cx="914400" cy="914400"/>
            </a:xfrm>
          </p:grpSpPr>
          <p:grpSp>
            <p:nvGrpSpPr>
              <p:cNvPr id="2" name="그룹"/>
              <p:cNvGrpSpPr/>
              <p:nvPr/>
            </p:nvGrpSpPr>
            <p:grpSpPr>
              <a:xfrm>
                <a:off x="0" y="0"/>
                <a:ext cx="914400" cy="914400"/>
                <a:chOff x="0" y="0"/>
                <a:chExt cx="914400" cy="914400"/>
              </a:xfrm>
            </p:grpSpPr>
            <p:grpSp>
              <p:nvGrpSpPr>
                <p:cNvPr id="2" name="그룹"/>
                <p:cNvGrpSpPr/>
                <p:nvPr/>
              </p:nvGrpSpPr>
              <p:grpSpPr>
                <a:xfrm>
                  <a:off x="0" y="0"/>
                  <a:ext cx="914400" cy="914400"/>
                  <a:chOff x="0" y="0"/>
                  <a:chExt cx="914400" cy="914400"/>
                </a:xfrm>
              </p:grpSpPr>
              <p:grpSp>
                <p:nvGrpSpPr>
                  <p:cNvPr id="2" name="그룹"/>
                  <p:cNvGrpSpPr/>
                  <p:nvPr/>
                </p:nvGrpSpPr>
                <p:grpSpPr>
                  <a:xfrm>
                    <a:off x="0" y="0"/>
                    <a:ext cx="914400" cy="914400"/>
                    <a:chOff x="0" y="0"/>
                    <a:chExt cx="914400" cy="914400"/>
                  </a:xfrm>
                </p:grpSpPr>
                <p:grpSp>
                  <p:nvGrpSpPr>
                    <p:cNvPr id="2" name="그룹"/>
                    <p:cNvGrpSpPr/>
                    <p:nvPr/>
                  </p:nvGrpSpPr>
                  <p:grpSpPr>
                    <a:xfrm>
                      <a:off x="0" y="0"/>
                      <a:ext cx="914400" cy="914400"/>
                      <a:chOff x="0" y="0"/>
                      <a:chExt cx="914400" cy="914400"/>
                    </a:xfrm>
                  </p:grpSpPr>
                  <p:grpSp>
                    <p:nvGrpSpPr>
                      <p:cNvPr id="2" name="그룹"/>
                      <p:cNvGrpSpPr/>
                      <p:nvPr/>
                    </p:nvGrpSpPr>
                    <p:grpSpPr>
                      <a:xfrm>
                        <a:off x="0" y="0"/>
                        <a:ext cx="914400" cy="914400"/>
                        <a:chOff x="0" y="0"/>
                        <a:chExt cx="914400" cy="914400"/>
                      </a:xfrm>
                    </p:grpSpPr>
                    <p:grpSp>
                      <p:nvGrpSpPr>
                        <p:cNvPr id="2" name="그룹"/>
                        <p:cNvGrpSpPr/>
                        <p:nvPr/>
                      </p:nvGrpSpPr>
                      <p:grpSpPr>
                        <a:xfrm>
                          <a:off x="0" y="0"/>
                          <a:ext cx="914400" cy="914400"/>
                          <a:chOff x="0" y="0"/>
                          <a:chExt cx="914400" cy="914400"/>
                        </a:xfrm>
                      </p:grpSpPr>
                      <p:grpSp>
                        <p:nvGrpSpPr>
                          <p:cNvPr id="2" name="그룹"/>
                          <p:cNvGrpSpPr/>
                          <p:nvPr/>
                        </p:nvGrpSpPr>
                        <p:grpSpPr>
                          <a:xfrm>
                            <a:off x="0" y="0"/>
                            <a:ext cx="914400" cy="914400"/>
                            <a:chOff x="0" y="0"/>
                            <a:chExt cx="914400" cy="914400"/>
                          </a:xfrm>
                        </p:grpSpPr>
                        <p:grpSp>
                          <p:nvGrpSpPr>
                            <p:cNvPr id="2" name="그룹"/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914400" cy="914400"/>
                              <a:chOff x="0" y="0"/>
                              <a:chExt cx="914400" cy="914400"/>
                            </a:xfrm>
                          </p:grpSpPr>
                          <p:grpSp>
                            <p:nvGrpSpPr>
                              <p:cNvPr id="2" name="그룹"/>
                              <p:cNvGrpSpPr/>
                              <p:nvPr/>
                            </p:nvGrpSpPr>
                            <p:grpSpPr>
                              <a:xfrm>
                                <a:off x="0" y="0"/>
                                <a:ext cx="914400" cy="914400"/>
                                <a:chOff x="0" y="0"/>
                                <a:chExt cx="914400" cy="914400"/>
                              </a:xfrm>
                            </p:grpSpPr>
                            <p:grpSp>
                              <p:nvGrpSpPr>
                                <p:cNvPr id="2" name="그룹"/>
                                <p:cNvGrpSpPr/>
                                <p:nvPr/>
                              </p:nvGrpSpPr>
                              <p:grpSpPr>
                                <a:xfrm>
                                  <a:off x="0" y="0"/>
                                  <a:ext cx="914400" cy="914400"/>
                                  <a:chOff x="0" y="0"/>
                                  <a:chExt cx="914400" cy="914400"/>
                                </a:xfrm>
                              </p:grpSpPr>
                              <p:grpSp>
                                <p:nvGrpSpPr>
                                  <p:cNvPr id="2" name="그룹"/>
                                  <p:cNvGrpSpPr/>
                                  <p:nvPr/>
                                </p:nvGrpSpPr>
                                <p:grpSpPr>
                                  <a:xfrm>
                                    <a:off x="0" y="0"/>
                                    <a:ext cx="914400" cy="914400"/>
                                    <a:chOff x="0" y="0"/>
                                    <a:chExt cx="914400" cy="914400"/>
                                  </a:xfrm>
                                </p:grpSpPr>
                                <p:grpSp>
                                  <p:nvGrpSpPr>
                                    <p:cNvPr id="2" name="그룹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0" y="0"/>
                                      <a:ext cx="914400" cy="914400"/>
                                      <a:chOff x="0" y="0"/>
                                      <a:chExt cx="914400" cy="914400"/>
                                    </a:xfrm>
                                  </p:grpSpPr>
                                  <p:grpSp>
                                    <p:nvGrpSpPr>
                                      <p:cNvPr id="2" name="그룹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0" y="0"/>
                                        <a:ext cx="914400" cy="914400"/>
                                        <a:chOff x="0" y="0"/>
                                        <a:chExt cx="914400" cy="914400"/>
                                      </a:xfrm>
                                    </p:grpSpPr>
                                    <p:grpSp>
                                      <p:nvGrpSpPr>
                                        <p:cNvPr id="2" name="그룹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0" y="0"/>
                                          <a:ext cx="914400" cy="914400"/>
                                          <a:chOff x="0" y="0"/>
                                          <a:chExt cx="914400" cy="914400"/>
                                        </a:xfrm>
                                      </p:grpSpPr>
                                      <p:grpSp>
                                        <p:nvGrpSpPr>
                                          <p:cNvPr id="2" name="그룹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0" y="0"/>
                                            <a:ext cx="914400" cy="914400"/>
                                            <a:chOff x="0" y="0"/>
                                            <a:chExt cx="914400" cy="914400"/>
                                          </a:xfrm>
                                        </p:grpSpPr>
                                        <p:grpSp>
                                          <p:nvGrpSpPr>
                                            <p:cNvPr id="2" name="그룹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0" y="0"/>
                                              <a:ext cx="914400" cy="914400"/>
                                              <a:chOff x="0" y="0"/>
                                              <a:chExt cx="914400" cy="91440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2" name="그룹"/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0" y="0"/>
                                                <a:ext cx="914400" cy="914400"/>
                                                <a:chOff x="0" y="0"/>
                                                <a:chExt cx="914400" cy="91440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2" name="그룹"/>
                                                <p:cNvGrpSpPr/>
                                                <p:nvPr/>
                                              </p:nvGrpSpPr>
                                              <p:grpSpPr>
                                                <a:xfrm>
                                                  <a:off x="0" y="0"/>
                                                  <a:ext cx="914400" cy="914400"/>
                                                  <a:chOff x="0" y="0"/>
                                                  <a:chExt cx="914400" cy="914400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2" name="그룹"/>
                                                  <p:cNvGrpSpPr/>
                                                  <p:nvPr/>
                                                </p:nvGrpSpPr>
                                                <p:grpSpPr>
                                                  <a:xfrm>
                                                    <a:off x="0" y="0"/>
                                                    <a:ext cx="914400" cy="914400"/>
                                                    <a:chOff x="0" y="0"/>
                                                    <a:chExt cx="914400" cy="914400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2" name="그룹"/>
                                                    <p:cNvGrpSpPr/>
                                                    <p:nvPr/>
                                                  </p:nvGrpSpPr>
                                                  <p:grpSpPr>
                                                    <a:xfrm>
                                                      <a:off x="0" y="0"/>
                                                      <a:ext cx="914400" cy="914400"/>
                                                      <a:chOff x="0" y="0"/>
                                                      <a:chExt cx="914400" cy="914400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2" name="그룹"/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0" y="0"/>
                                                        <a:ext cx="914400" cy="914400"/>
                                                        <a:chOff x="0" y="0"/>
                                                        <a:chExt cx="914400" cy="914400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2" name="그룹"/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0" y="0"/>
                                                          <a:ext cx="914400" cy="914400"/>
                                                          <a:chOff x="0" y="0"/>
                                                          <a:chExt cx="914400" cy="914400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2" name="그룹"/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0" y="0"/>
                                                            <a:ext cx="914400" cy="914400"/>
                                                            <a:chOff x="0" y="0"/>
                                                            <a:chExt cx="914400" cy="914400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2" name="그룹"/>
                                                            <p:cNvGrpSpPr/>
                                                            <p:nvPr/>
                                                          </p:nvGrpSpPr>
                                                          <p:grpSpPr>
                                                            <a:xfrm>
                                                              <a:off x="0" y="0"/>
                                                              <a:ext cx="914400" cy="914400"/>
                                                              <a:chOff x="0" y="0"/>
                                                              <a:chExt cx="914400" cy="914400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2" name="그룹"/>
                                                              <p:cNvGrpSpPr/>
                                                              <p:nvPr/>
                                                            </p:nvGrpSpPr>
                                                            <p:grpSpPr>
                                                              <a:xfrm>
                                                                <a:off x="0" y="0"/>
                                                                <a:ext cx="914400" cy="914400"/>
                                                                <a:chOff x="0" y="0"/>
                                                                <a:chExt cx="914400" cy="914400"/>
                                                              </a:xfrm>
                                                            </p:grpSpPr>
                                                            <p:grpSp>
                                                              <p:nvGrpSpPr>
                                                                <p:cNvPr id="2" name="그룹"/>
                                                                <p:cNvGrpSpPr/>
                                                                <p:nvPr/>
                                                              </p:nvGrpSpPr>
                                                              <p:grpSpPr>
                                                                <a:xfrm>
                                                                  <a:off x="0" y="0"/>
                                                                  <a:ext cx="914400" cy="914400"/>
                                                                  <a:chOff x="0" y="0"/>
                                                                  <a:chExt cx="914400" cy="914400"/>
                                                                </a:xfrm>
                                                              </p:grpSpPr>
                                                              <p:grpSp>
                                                                <p:nvGrpSpPr>
                                                                  <p:cNvPr id="2" name="그룹"/>
                                                                  <p:cNvGrpSpPr/>
                                                                  <p:nvPr/>
                                                                </p:nvGrpSpPr>
                                                                <p:grpSpPr>
                                                                  <a:xfrm>
                                                                    <a:off x="0" y="0"/>
                                                                    <a:ext cx="914400" cy="914400"/>
                                                                    <a:chOff x="0" y="0"/>
                                                                    <a:chExt cx="914400" cy="914400"/>
                                                                  </a:xfrm>
                                                                </p:grpSpPr>
                                                                <p:grpSp>
                                                                  <p:nvGrpSpPr>
                                                                    <p:cNvPr id="2" name="그룹"/>
                                                                    <p:cNvGrpSpPr/>
                                                                    <p:nvPr/>
                                                                  </p:nvGrpSpPr>
                                                                  <p:grpSpPr>
                                                                    <a:xfrm>
                                                                      <a:off x="0" y="0"/>
                                                                      <a:ext cx="914400" cy="914400"/>
                                                                      <a:chOff x="0" y="0"/>
                                                                      <a:chExt cx="914400" cy="914400"/>
                                                                    </a:xfrm>
                                                                  </p:grpSpPr>
                                                                  <p:sp>
                                                                    <p:nvSpPr>
                                                                      <p:cNvPr id="2" name="도형"/>
                                                                      <p:cNvSpPr/>
                                                                      <p:nvPr/>
                                                                    </p:nvSpPr>
                                                                    <p:spPr/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r>
                                                                          <a:rPr lang="ko-KR"/>
                                                                          <a:t>서른 겹 그룹 안 글</a:t>
                                                                        </a:r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</p:grp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pic>
        <p:nvPicPr>
          <p:cNvPr id="2" name="그림"/>
          <p:cNvPicPr/>
          <p:nvPr/>
        </p:nvPicPr>
        <p:blipFill>
          <a:blip r:embed="rIdP"/>
          <a:stretch>
            <a:fillRect/>
          </a:stretch>
        </p:blipFill>
        <p:spPr>
          <a:xfrm>
            <a:off x="0" y="0"/>
            <a:ext cx="76200" cy="914400"/>
          </a:xfrm>
        </p:spPr>
      </p:pic>
      <p:pic>
        <p:nvPicPr>
          <p:cNvPr id="2" name="그림"/>
          <p:cNvPicPr/>
          <p:nvPr/>
        </p:nvPicPr>
        <p:blipFill>
          <a:blip r:embed="rIdE"/>
          <a:stretch>
            <a:fillRect/>
          </a:stretch>
        </p:blipFill>
        <p:spPr>
          <a:xfrm>
            <a:off x="0" y="0"/>
            <a:ext cx="914400" cy="914400"/>
          </a:xfrm>
        </p:spPr>
      </p:pic>
      <p:pic>
        <p:nvPicPr>
          <p:cNvPr id="2" name="그림"/>
          <p:cNvPicPr/>
          <p:nvPr/>
        </p:nvPicPr>
        <p:blipFill>
          <a:blip r:embed="rIdA">
            <a:extLst>
              <a:ext uri="{96DAC541-7B7A-43D3-8B79-37D633B846F1}">
                <asvg:svgBlip xmlns:asvg="http://schemas.microsoft.com/office/drawing/2016/SVG/main" r:embed="rIdS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</p:spPr>
      </p:pic>
      <p:graphicFrame>
        <p:nvGraphicFramePr>
          <p:cNvPr id="2" name="개체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C"/>
          </a:graphicData>
        </a:graphic>
      </p:graphicFrame>
      <p:graphicFrame>
        <p:nvGraphicFramePr>
          <p:cNvPr id="2" name="OLE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presentationml/2006/ole">
            <mc:AlternateContent xmlns:mc="http://schemas.openxmlformats.org/markup-compatibility/2006" xmlns:v="urn:schemas-microsoft-com:vml">
              <mc:Choice Requires="v">
                <p:oleObj progId="Package" r:id="rIdO" spid="_x0000_s1026">
                  <p:embed/>
                </p:oleObj>
              </mc:Choice>
              <mc:Fallback>
                <p:oleObj progId="Package" r:id="rIdO">
                  <p:embed/>
                  <p:pic>
                    <p:nvPicPr>
                      <p:cNvPr id="2" name="그림"/>
                      <p:cNvPicPr/>
                      <p:nvPr/>
                    </p:nvPicPr>
                    <p:blipFill>
                      <a:blip r:embed="rIdP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" cy="914400"/>
                      </a:xfr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LE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presentationml/2006/ole">
            <p:oleObj progId="Package" r:id="rIdO">
              <p:embed/>
              <p:pic>
                <p:nvPicPr>
                  <p:cNvPr id="2" name="그림"/>
                  <p:cNvPicPr/>
                  <p:nvPr/>
                </p:nvPicPr>
                <p:blipFill>
                  <a:blip r:embed="rIdA"/>
                  <a:stretch>
                    <a:fillRect/>
                  </a:stretch>
                </p:blipFill>
                <p:spPr>
                  <a:xfrm>
                    <a:off x="0" y="0"/>
                    <a:ext cx="914400" cy="914400"/>
                  </a:xfrm>
                </p:spPr>
              </p:pic>
            </p:oleObj>
          </a:graphicData>
        </a:graphic>
      </p:graphicFrame>
      <p:sp>
        <p:nvSpPr>
          <p:cNvPr id="2" name="도형"/>
          <p:cNvSpPr/>
          <p:nvPr/>
        </p:nvSpPr>
        <p:spPr/>
        <p:txBody>
          <a:bodyPr/>
          <a:lstStyle/>
          <a:p>
            <a:r>
              <a:t>수식 </a:t>
            </a:r>
            <mc:AlternateContent>
              <mc:Choice Requires="a14">
                <a14:m xmlns:a14="http://schemas.microsoft.com/office/drawing/2010/main">
                  <m:oMathPara>
                    <m:oMath>
                      <m:r>
                        <m:t>x=12</m:t>
                      </m:r>
                    </m:oMath>
                  </m:oMathPara>
                </a14:m>
              </mc:Choice>
              <mc:Fallback>
                <a:r>
                  <a:t>그림 대체</a:t>
                </a:r>
              </mc:Fallback>
            </mc:AlternateContent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graphicFrame>
        <p:nvGraphicFramePr>
          <p:cNvPr id="2" name="개체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C"/>
          </a:graphicData>
        </a:graphic>
      </p:graphicFrame>
      <p:graphicFrame>
        <p:nvGraphicFramePr>
          <p:cNvPr id="2" name="개체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diagram">
            <dgm:relIds xmlns:dgm="http://schemas.openxmlformats.org/drawingml/2006/diagram" r:dm="rIdDm" r:lo="rIdLo" r:qs="rIdQs" r:cs="rIdCs"/>
          </a:graphicData>
        </a:graphic>
      </p:graphicFrame>
      <p:graphicFrame>
        <p:nvGraphicFramePr>
          <p:cNvPr id="2" name="개체"/>
          <p:cNvGraphicFramePr/>
          <p:nvPr/>
        </p:nvGraphicFramePr>
        <p:xfrm>
          <a:off x="0" y="0"/>
          <a:ext cx="914400" cy="914400"/>
        </p:xfrm>
        <a:graphic>
          <a:graphicData uri="http://schemas.openxmlformats.org/drawingml/2006/diagram">
            <dgm:relIds xmlns:dgm="http://schemas.openxmlformats.org/drawingml/2006/diagram" r:dm="rIdD2" r:lo="rIdLo" r:qs="rIdQs" r:cs="rIdCs"/>
          </a:graphicData>
        </a:graphic>
      </p:graphicFrame>
    </p:spTree>
  </p:cSld>
</p:sld>
</file>