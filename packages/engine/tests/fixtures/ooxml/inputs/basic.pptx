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M"/>
  </p:sldMasterIdLst>
  <p:sldIdLst>
    <p:sldId id="256" r:id="rIdS1"/>
    <p:sldId id="257" r:id="rIdS2"/>
    <p:sldId id="258" r:id="rIdS3"/>
  </p:sldIdLst>
  <p:sldSz cx="12192000" cy="6858000"/>
  <p:defaultTextStyle/>
</p:presentation>
</file>

<file path=ppt/_rels/presentation.xml.rels><?xml version="1.0" encoding="UTF-8" standalone="yes"?><Relationships xmlns="http://schemas.openxmlformats.org/package/2006/relationships"><Relationship Id="rIdM" Type="http://schemas.openxmlformats.org/officeDocument/2006/relationships/slideMaster" Target="slideMasters/slideMaster1.xml"/><Relationship Id="rIdS1" Type="http://schemas.openxmlformats.org/officeDocument/2006/relationships/slide" Target="slides/slide1.xml"/><Relationship Id="rIdS2" Type="http://schemas.openxmlformats.org/officeDocument/2006/relationships/slide" Target="slides/slide2.xml"/><Relationship Id="rIdS3" Type="http://schemas.openxmlformats.org/officeDocument/2006/relationships/slide" Target="slides/slide3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2" name="도형"/>
          <p:cNvSpPr/>
          <p:nvPr>
            <p:ph type="body"/>
          </p:nvPr>
        </p:nvSpPr>
        <p:spPr/>
        <p:txBody>
          <a:bodyPr/>
          <a:lstStyle/>
          <a:p>
            <a:r>
              <a:rPr lang="ko-KR"/>
              <a:t>지어낸 발표자 노트 글</a:t>
            </a: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M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2" name="도형"/>
          <p:cNvSpPr/>
          <p:nvPr>
            <p:ph type="body"/>
          </p:nvPr>
        </p:nvSpPr>
        <p:spPr/>
        <p:txBody>
          <a:bodyPr/>
          <a:lstStyle/>
          <a:p>
            <a:r>
              <a:rPr lang="ko-KR"/>
              <a:t>레이아웃 본문 안내 문구</a:t>
            </a:r>
          </a:p>
        </p:txBody>
      </p:sp>
    </p:spTree>
  </p:cSld>
</p:sldLayout>
</file>

<file path=ppt/slideMasters/_rels/slideMaster1.xml.rels><?xml version="1.0" encoding="UTF-8" standalone="yes"?><Relationships xmlns="http://schemas.openxmlformats.org/package/2006/relationships"><Relationship Id="rIdL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2" name="도형"/>
          <p:cNvSpPr/>
          <p:nvPr>
            <p:ph type="title"/>
          </p:nvPr>
        </p:nvSpPr>
        <p:spPr/>
        <p:txBody>
          <a:bodyPr/>
          <a:lstStyle/>
          <a:p>
            <a:r>
              <a:rPr lang="ko-KR"/>
              <a:t>마스터 안내 문구</a:t>
            </a:r>
          </a:p>
        </p:txBody>
      </p:sp>
      <p:sp>
        <p:nvSpPr>
          <p:cNvPr id="2" name="도형"/>
          <p:cNvSpPr/>
          <p:nvPr/>
        </p:nvSpPr>
        <p:spPr/>
        <p:txBody>
          <a:bodyPr/>
          <a:lstStyle/>
          <a:p>
            <a:r>
              <a:rPr lang="ko-KR"/>
              <a:t>지어낸 마스터 로고</a:t>
            </a:r>
          </a:p>
        </p:txBody>
      </p:sp>
    </p:spTree>
  </p:cSld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" Type="http://schemas.openxmlformats.org/officeDocument/2006/relationships/slideLayout" Target="../slideLayouts/slideLayout1.xml"/><Relationship Id="rIdN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L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L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m="http://schemas.openxmlformats.org/officeDocument/2006/math" xmlns:x="urn:hanji:test:future" mc:Ignorable="x">
  <p:cSld>
    <p:spTree>
      <p:nvGrpSpPr>
        <p:cNvPr id="2" name=""/>
        <p:cNvGrpSpPr/>
        <p:nvPr/>
      </p:nvGrpSpPr>
      <p:grpSpPr/>
      <p:sp>
        <p:nvSpPr>
          <p:cNvPr id="2" name="도형"/>
          <p:cNvSpPr/>
          <p:nvPr/>
        </p:nvSpPr>
        <p:spPr/>
        <p:txBody>
          <a:bodyPr/>
          <a:lstStyle/>
          <a:p>
            <a:r>
              <a:rPr lang="ko-KR"/>
              <a:t>지어낸 발표 본문 글상자</a:t>
            </a:r>
          </a:p>
        </p:txBody>
      </p:sp>
      <p:sp>
        <p:nvSpPr>
          <p:cNvPr id="2" name="도형"/>
          <p:cNvSpPr/>
          <p:nvPr>
            <p:ph type="ctrTitle"/>
          </p:nvPr>
        </p:nvSpPr>
        <p:spPr/>
        <p:txBody>
          <a:bodyPr/>
          <a:lstStyle/>
          <a:p>
            <a:r>
              <a:rPr lang="ko-KR"/>
              <a:t>2026년 지어낸 발표</a:t>
            </a:r>
          </a:p>
        </p:txBody>
      </p:sp>
      <p:sp>
        <p:nvSpPr>
          <p:cNvPr id="2" name="도형"/>
          <p:cNvSpPr/>
          <p:nvPr>
            <p:ph type="subTitle"/>
          </p:nvPr>
        </p:nvSpPr>
        <p:spPr/>
        <p:txBody>
          <a:bodyPr/>
          <a:lstStyle/>
          <a:p>
            <a:r>
              <a:rPr lang="ko-KR"/>
              <a:t>합성 예제 부제</a:t>
            </a:r>
          </a:p>
        </p:txBody>
      </p:sp>
      <p:sp>
        <p:nvSpPr>
          <p:cNvPr id="2" name="도형"/>
          <p:cNvSpPr/>
          <p:nvPr>
            <p:ph type="dt"/>
          </p:nvPr>
        </p:nvSpPr>
        <p:spPr/>
        <p:txBody>
          <a:bodyPr/>
          <a:lstStyle/>
          <a:p>
            <a:fld id="{00000000-0000-0000-0000-000000000001}" type="datetime1">
              <a:rPr lang="ko-KR"/>
              <a:t>2026-10-16</a:t>
            </a:fld>
          </a:p>
        </p:txBody>
      </p:sp>
      <p:sp>
        <p:nvSpPr>
          <p:cNvPr id="2" name="도형"/>
          <p:cNvSpPr/>
          <p:nvPr>
            <p:ph type="ftr"/>
          </p:nvPr>
        </p:nvSpPr>
        <p:spPr/>
        <p:txBody>
          <a:bodyPr/>
          <a:lstStyle/>
          <a:p>
            <a:r>
              <a:rPr lang="ko-KR"/>
              <a:t>지어낸 꼬리말</a:t>
            </a:r>
          </a:p>
        </p:txBody>
      </p:sp>
      <p:sp>
        <p:nvSpPr>
          <p:cNvPr id="2" name="도형"/>
          <p:cNvSpPr/>
          <p:nvPr>
            <p:ph type="sldNum"/>
          </p:nvPr>
        </p:nvSpPr>
        <p:spPr/>
        <p:txBody>
          <a:bodyPr/>
          <a:lstStyle/>
          <a:p>
            <a:fld id="{00000000-0000-0000-0000-000000000001}" type="slidenum">
              <a:rPr lang="ko-KR"/>
              <a:t>1</a:t>
            </a:fld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m="http://schemas.openxmlformats.org/officeDocument/2006/math" xmlns:x="urn:hanji:test:future" mc:Ignorable="x">
  <p:cSld>
    <p:spTree>
      <p:nvGrpSpPr>
        <p:cNvPr id="2" name=""/>
        <p:cNvGrpSpPr/>
        <p:nvPr/>
      </p:nvGrpSpPr>
      <p:grpSpPr/>
      <p:sp>
        <p:nvSpPr>
          <p:cNvPr id="2" name="도형"/>
          <p:cNvSpPr/>
          <p:nvPr>
            <p:ph type="title"/>
          </p:nvPr>
        </p:nvSpPr>
        <p:spPr/>
        <p:txBody>
          <a:bodyPr/>
          <a:lstStyle/>
          <a:p>
            <a:r>
              <a:rPr lang="ko-KR"/>
              <a:t>1. 추진 배경</a:t>
            </a:r>
          </a:p>
        </p:txBody>
      </p:sp>
      <p:sp>
        <p:nvSpPr>
          <p:cNvPr id="2" name="도형"/>
          <p:cNvSpPr/>
          <p:nvPr>
            <p:ph type="body"/>
          </p:nvPr>
        </p:nvSpPr>
        <p:spPr/>
        <p:txBody>
          <a:bodyPr/>
          <a:lstStyle/>
          <a:p>
            <a:r>
              <a:rPr lang="ko-KR"/>
              <a:t>기본 글머리 항목</a:t>
            </a:r>
          </a:p>
          <a:p>
            <a:pPr>
              <a:buNone/>
            </a:pPr>
            <a:r>
              <a:rPr lang="ko-KR"/>
              <a:t>글머리 없앤 문단</a:t>
            </a:r>
          </a:p>
          <a:p>
            <a:pPr>
              <a:buChar char="•"/>
            </a:pPr>
            <a:r>
              <a:rPr lang="ko-KR"/>
              <a:t>기호 글머리 항목</a:t>
            </a:r>
          </a:p>
        </p:txBody>
      </p:sp>
      <p:sp>
        <p:nvSpPr>
          <p:cNvPr id="2" name="도형"/>
          <p:cNvSpPr/>
          <p:nvPr>
            <p:ph/>
          </p:nvPr>
        </p:nvSpPr>
        <p:spPr/>
        <p:txBody>
          <a:bodyPr/>
          <a:lstStyle/>
          <a:p>
            <a:r>
              <a:rPr lang="ko-KR"/>
              <a:t>종류 없는 자리 항목</a:t>
            </a:r>
          </a:p>
        </p:txBody>
      </p:sp>
      <p:sp>
        <p:nvSpPr>
          <p:cNvPr id="2" name="도형"/>
          <p:cNvSpPr/>
          <p:nvPr/>
        </p:nvSpPr>
        <p:spPr/>
        <p:txBody>
          <a:bodyPr/>
          <a:lstStyle/>
          <a:p>
            <a:r>
              <a:rPr lang="ko-KR"/>
              <a:t>총액 1,234.5억원, 증가율 12.3%, 면적 84㎡, 변동 △0.5, GDP 대비 2.1%p(OECD 평균)</a:t>
            </a:r>
          </a:p>
        </p:txBody>
      </p:sp>
      <p:sp>
        <p:nvSpPr>
          <p:cNvPr id="2" name="도형" hidden="1"/>
          <p:cNvSpPr/>
          <p:nvPr/>
        </p:nvSpPr>
        <p:spPr/>
        <p:txBody>
          <a:bodyPr/>
          <a:lstStyle/>
          <a:p>
            <a:r>
              <a:rPr lang="ko-KR"/>
              <a:t>숨긴 도형 글</a:t>
            </a:r>
          </a:p>
        </p:txBody>
      </p:sp>
      <p:grpSp>
        <p:nvGrpSpPr>
          <p:cNvPr id="2" name="그룹" hidden="1"/>
          <p:cNvGrpSpPr/>
          <p:nvPr/>
        </p:nvGrpSpPr>
        <p:grpSpPr>
          <a:xfrm>
            <a:off x="0" y="0"/>
            <a:ext cx="914400" cy="914400"/>
            <a:chOff x="0" y="0"/>
            <a:chExt cx="914400" cy="914400"/>
          </a:xfrm>
        </p:grpSpPr>
        <p:sp>
          <p:nvSpPr>
            <p:cNvPr id="2" name="도형"/>
            <p:cNvSpPr/>
            <p:nvPr/>
          </p:nvSpPr>
          <p:spPr/>
          <p:txBody>
            <a:bodyPr/>
            <a:lstStyle/>
            <a:p>
              <a:r>
                <a:rPr lang="ko-KR"/>
                <a:t>숨긴 그룹 글</a:t>
              </a:r>
            </a:p>
          </p:txBody>
        </p:sp>
      </p:grpSp>
      <p:sp>
        <p:nvSpPr>
          <p:cNvPr id="2" name="도형"/>
          <p:cNvSpPr/>
          <p:nvPr/>
        </p:nvSpPr>
        <p:spPr/>
        <p:txBody>
          <a:bodyPr/>
          <a:lstStyle/>
          <a:p>
            <a:r>
              <a:rPr lang="ko-KR"/>
              <a:t>줄 바꾼</a:t>
            </a:r>
            <a:br/>
            <a:r>
              <a:rPr lang="ko-KR"/>
              <a:t>본문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m="http://schemas.openxmlformats.org/officeDocument/2006/math" xmlns:x="urn:hanji:test:future" mc:Ignorable="x" show="0">
  <p:cSld>
    <p:spTree>
      <p:nvGrpSpPr>
        <p:cNvPr id="2" name=""/>
        <p:cNvGrpSpPr/>
        <p:nvPr/>
      </p:nvGrpSpPr>
      <p:grpSpPr/>
      <p:sp>
        <p:nvSpPr>
          <p:cNvPr id="2" name="도형"/>
          <p:cNvSpPr/>
          <p:nvPr>
            <p:ph type="title"/>
          </p:nvPr>
        </p:nvSpPr>
        <p:spPr/>
        <p:txBody>
          <a:bodyPr/>
          <a:lstStyle/>
          <a:p>
            <a:r>
              <a:rPr lang="ko-KR"/>
              <a:t>감춘 슬라이드 제목</a:t>
            </a:r>
          </a:p>
        </p:txBody>
      </p:sp>
      <p:sp>
        <p:nvSpPr>
          <p:cNvPr id="2" name="도형"/>
          <p:cNvSpPr/>
          <p:nvPr/>
        </p:nvSpPr>
        <p:spPr/>
        <p:txBody>
          <a:bodyPr/>
          <a:lstStyle/>
          <a:p>
            <a:r>
              <a:rPr lang="ko-KR"/>
              <a:t>감춘 슬라이드 본문</a:t>
            </a:r>
          </a:p>
        </p:txBody>
      </p:sp>
    </p:spTree>
  </p:cSld>
</p:sld>
</file>