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M"/>
  </p:sldMasterIdLst>
  <p:sldIdLst>
    <p:sldId id="256" r:id="rIdS1"/>
    <p:sldId id="257" r:id="rIdS2"/>
    <p:sldId id="258" r:id="rIdS3"/>
    <p:sldId id="259" r:id="rIdS4"/>
    <p:sldId id="260" r:id="rIdS5"/>
    <p:sldId id="261" r:id="rIdS6"/>
    <p:sldId id="262" r:id="rIdS7"/>
    <p:sldId id="263" r:id="rIdS8"/>
  </p:sldIdLst>
  <p:sldSz cx="12192000" cy="6858000"/>
  <p:defaultTextStyle>
    <a:lvl3pPr>
      <a:defRPr sz="2800"/>
    </a:lvl3pPr>
  </p:defaultTextStyle>
</p:presentation>
</file>

<file path=ppt/_rels/presentation.xml.rels><?xml version="1.0" encoding="UTF-8" standalone="yes"?><Relationships xmlns="http://schemas.openxmlformats.org/package/2006/relationships"><Relationship Id="rIdM" Type="http://schemas.openxmlformats.org/officeDocument/2006/relationships/slideMaster" Target="slideMasters/slideMaster1.xml"/><Relationship Id="rIdS1" Type="http://schemas.openxmlformats.org/officeDocument/2006/relationships/slide" Target="slides/slide1.xml"/><Relationship Id="rIdS2" Type="http://schemas.openxmlformats.org/officeDocument/2006/relationships/slide" Target="slides/slide2.xml"/><Relationship Id="rIdS3" Type="http://schemas.openxmlformats.org/officeDocument/2006/relationships/slide" Target="slides/slide3.xml"/><Relationship Id="rIdS4" Type="http://schemas.openxmlformats.org/officeDocument/2006/relationships/slide" Target="slides/slide4.xml"/><Relationship Id="rIdS5" Type="http://schemas.openxmlformats.org/officeDocument/2006/relationships/slide" Target="slides/slide5.xml"/><Relationship Id="rIdS6" Type="http://schemas.openxmlformats.org/officeDocument/2006/relationships/slide" Target="slides/slide6.xml"/><Relationship Id="rIdS7" Type="http://schemas.openxmlformats.org/officeDocument/2006/relationships/slide" Target="slides/slide7.xml"/><Relationship Id="rIdS8" Type="http://schemas.openxmlformats.org/officeDocument/2006/relationships/slide" Target="slides/slide8.xml"/></Relationships>
</file>

<file path=ppt/slideLayouts/_rels/slideLayout1.xml.rels><?xml version="1.0" encoding="UTF-8" standalone="yes"?><Relationships xmlns="http://schemas.openxmlformats.org/package/2006/relationships"><Relationship Id="rIdM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" name=""/>
        <p:cNvGrpSpPr/>
        <p:nvPr/>
      </p:nvGrpSpPr>
      <p:grpSpPr/>
    </p:spTree>
  </p:cSld>
  <p:txStyles>
    <p:titleStyle/>
    <p:bodyStyle/>
    <p:otherStyle>
      <a:lvl2pPr>
        <a:defRPr sz="2800"/>
      </a:lvl2pPr>
    </p:otherStyle>
  </p:txStyles>
</p:sldMaster>
</file>

<file path=ppt/slides/_rels/slide1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L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본문 문단은 크기 규칙의 본문 크기를 정할 만큼 길게 쓴다</a:t>
            </a:r>
          </a:p>
        </p:txBody>
      </p:sp>
      <p:sp>
        <p:nvSpPr>
          <p:cNvPr id="2" name="도형"/>
          <p:cNvSpPr/>
          <p:nvPr/>
        </p:nvSpPr>
        <p:spPr>
          <a:xfrm>
            <a:off x="0" y="3000000"/>
            <a:ext cx="914400" cy="457200"/>
          </a:xfrm>
        </p:spPr>
        <p:txBody>
          <a:bodyPr/>
          <a:lstStyle/>
          <a:p>
            <a:r>
              <a:rPr lang="ko-KR" sz="3200"/>
              <a:t>아래쪽 큰 글</a:t>
            </a:r>
          </a:p>
        </p:txBody>
      </p:sp>
      <p:sp>
        <p:nvSpPr>
          <p:cNvPr id="2" name="도형"/>
          <p:cNvSpPr/>
          <p:nvPr/>
        </p:nvSpPr>
        <p:spPr>
          <a:xfrm>
            <a:off x="0" y="500000"/>
            <a:ext cx="914400" cy="457200"/>
          </a:xfrm>
        </p:spPr>
        <p:txBody>
          <a:bodyPr/>
          <a:lstStyle/>
          <a:p>
            <a:r>
              <a:rPr lang="ko-KR" sz="3200"/>
              <a:t>위쪽 큰 글</a:t>
            </a:r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본문 문단은 크기 규칙의 본문 크기를 정할 만큼 길게 쓴다</a:t>
            </a:r>
          </a:p>
        </p:txBody>
      </p:sp>
      <p:sp>
        <p:nvSpPr>
          <p:cNvPr id="2" name="도형"/>
          <p:cNvSpPr/>
          <p:nvPr/>
        </p:nvSpPr>
        <p:spPr>
          <a:xfrm>
            <a:off x="0" y="800000"/>
            <a:ext cx="914400" cy="457200"/>
          </a:xfrm>
        </p:spPr>
        <p:txBody>
          <a:bodyPr/>
          <a:lstStyle/>
          <a:p>
            <a:r>
              <a:rPr lang="ko-KR" sz="3200"/>
              <a:t>같은 높이 앞 글</a:t>
            </a:r>
          </a:p>
        </p:txBody>
      </p:sp>
      <p:sp>
        <p:nvSpPr>
          <p:cNvPr id="2" name="도형"/>
          <p:cNvSpPr/>
          <p:nvPr/>
        </p:nvSpPr>
        <p:spPr>
          <a:xfrm>
            <a:off x="0" y="800000"/>
            <a:ext cx="914400" cy="457200"/>
          </a:xfrm>
        </p:spPr>
        <p:txBody>
          <a:bodyPr/>
          <a:lstStyle/>
          <a:p>
            <a:r>
              <a:rPr lang="ko-KR" sz="3200"/>
              <a:t>같은 높이 뒤 글</a:t>
            </a:r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본문 문단은 크기 규칙의 본문 크기를 정할 만큼 길게 쓴다</a:t>
            </a:r>
          </a:p>
        </p:txBody>
      </p:sp>
      <p:sp>
        <p:nvSpPr>
          <p:cNvPr id="2" name="도형"/>
          <p:cNvSpPr/>
          <p:nvPr/>
        </p:nvSpPr>
        <p:spPr>
          <a:xfrm>
            <a:off x="0" y="1000000"/>
            <a:ext cx="914400" cy="457200"/>
          </a:xfrm>
        </p:spPr>
        <p:txBody>
          <a:bodyPr/>
          <a:lstStyle/>
          <a:p>
            <a:r>
              <a:rPr lang="ko-KR" sz="3200"/>
              <a:t>그룹 밖 큰 글</a:t>
            </a:r>
          </a:p>
        </p:txBody>
      </p:sp>
      <p:grpSp>
        <p:nvGrpSpPr>
          <p:cNvPr id="2" name="그룹"/>
          <p:cNvGrpSpPr/>
          <p:nvPr/>
        </p:nvGrpSpPr>
        <p:grpSpPr>
          <a:xfrm>
            <a:off x="0" y="0"/>
            <a:ext cx="914400" cy="914400"/>
            <a:chOff x="0" y="0"/>
            <a:chExt cx="914400" cy="1828800"/>
          </a:xfrm>
        </p:grpSpPr>
        <p:sp>
          <p:nvSpPr>
            <p:cNvPr id="2" name="도형"/>
            <p:cNvSpPr/>
            <p:nvPr/>
          </p:nvSpPr>
          <p:spPr>
            <a:xfrm>
              <a:off x="0" y="1800000"/>
              <a:ext cx="914400" cy="457200"/>
            </a:xfrm>
          </p:spPr>
          <p:txBody>
            <a:bodyPr/>
            <a:lstStyle/>
            <a:p>
              <a:r>
                <a:rPr lang="ko-KR" sz="3200"/>
                <a:t>그룹 안 큰 글</a:t>
              </a:r>
            </a:p>
          </p:txBody>
        </p:sp>
      </p:grp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본문 문단은 크기 규칙의 본문 크기를 정할 만큼 길게 쓴다</a:t>
            </a:r>
          </a:p>
        </p:txBody>
      </p:sp>
      <p:sp>
        <p:nvSpPr>
          <p:cNvPr id="2" name="도형"/>
          <p:cNvSpPr/>
          <p:nvPr/>
        </p:nvSpPr>
        <p:spPr>
          <a:xfrm>
            <a:off x="0" y="0"/>
            <a:ext cx="914400" cy="457200"/>
          </a:xfrm>
        </p:spPr>
        <p:txBody>
          <a:bodyPr/>
          <a:lstStyle/>
          <a:p>
            <a:pPr>
              <a:defRPr sz="2800"/>
            </a:pPr>
            <a:r>
              <a:rPr lang="ko-KR"/>
              <a:t>문단 기본 크기 제목</a:t>
            </a:r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본문 문단은 크기 규칙의 본문 크기를 정할 만큼 길게 쓴다</a:t>
            </a:r>
          </a:p>
        </p:txBody>
      </p:sp>
      <p:sp>
        <p:nvSpPr>
          <p:cNvPr id="2" name="도형"/>
          <p:cNvSpPr/>
          <p:nvPr/>
        </p:nvSpPr>
        <p:spPr>
          <a:xfrm>
            <a:off x="0" y="0"/>
            <a:ext cx="914400" cy="457200"/>
          </a:xfrm>
        </p:spPr>
        <p:txBody>
          <a:bodyPr/>
          <a:lstStyle>
            <a:lvl1pPr>
              <a:defRPr sz="2800"/>
            </a:lvl1pPr>
          </a:lstStyle>
          <a:p>
            <a:r>
              <a:rPr lang="ko-KR"/>
              <a:t>도형 목록 스타일 제목</a:t>
            </a:r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본문 문단은 크기 규칙의 본문 크기를 정할 만큼 길게 쓴다</a:t>
            </a:r>
          </a:p>
        </p:txBody>
      </p:sp>
      <p:sp>
        <p:nvSpPr>
          <p:cNvPr id="2" name="도형"/>
          <p:cNvSpPr/>
          <p:nvPr/>
        </p:nvSpPr>
        <p:spPr>
          <a:xfrm>
            <a:off x="0" y="0"/>
            <a:ext cx="914400" cy="457200"/>
          </a:xfrm>
        </p:spPr>
        <p:txBody>
          <a:bodyPr/>
          <a:lstStyle/>
          <a:p>
            <a:pPr lvl="1"/>
            <a:r>
              <a:rPr lang="ko-KR"/>
              <a:t>마스터 둘째 수준 제목</a:t>
            </a:r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본문 문단은 크기 규칙의 본문 크기를 정할 만큼 길게 쓴다</a:t>
            </a:r>
          </a:p>
        </p:txBody>
      </p:sp>
      <p:sp>
        <p:nvSpPr>
          <p:cNvPr id="2" name="도형"/>
          <p:cNvSpPr/>
          <p:nvPr/>
        </p:nvSpPr>
        <p:spPr>
          <a:xfrm>
            <a:off x="0" y="0"/>
            <a:ext cx="914400" cy="457200"/>
          </a:xfrm>
        </p:spPr>
        <p:txBody>
          <a:bodyPr/>
          <a:lstStyle/>
          <a:p>
            <a:pPr lvl="2"/>
            <a:r>
              <a:rPr lang="ko-KR"/>
              <a:t>발표 셋째 수준 제목</a:t>
            </a:r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 xmlns:mc="http://schemas.openxmlformats.org/markup-compatibility/2006" xmlns:m="http://schemas.openxmlformats.org/officeDocument/2006/math" xmlns:x="urn:hanji:test:future" mc:Ignorable="x">
  <p:cSld>
    <p:spTree>
      <p:nvGrpSpPr>
        <p:cNvPr id="2" name=""/>
        <p:cNvGrpSpPr/>
        <p:nvPr/>
      </p:nvGrpSpPr>
      <p:grpSpPr/>
      <p:sp>
        <p:nvSpPr>
          <p:cNvPr id="2" name="도형"/>
          <p:cNvSpPr/>
          <p:nvPr/>
        </p:nvSpPr>
        <p:spPr/>
        <p:txBody>
          <a:bodyPr/>
          <a:lstStyle/>
          <a:p>
            <a:r>
              <a:rPr lang="ko-KR"/>
              <a:t>지어낸 본문 문단은 크기 규칙의 본문 크기를 정할 만큼 길게 쓴다</a:t>
            </a:r>
          </a:p>
        </p:txBody>
      </p:sp>
      <p:sp>
        <p:nvSpPr>
          <p:cNvPr id="2" name="도형"/>
          <p:cNvSpPr/>
          <p:nvPr/>
        </p:nvSpPr>
        <p:spPr>
          <a:xfrm>
            <a:off x="0" y="0"/>
            <a:ext cx="914400" cy="457200"/>
          </a:xfrm>
        </p:spPr>
        <p:txBody>
          <a:bodyPr/>
          <a:lstStyle>
            <a:lvl1pPr>
              <a:defRPr sz="2800"/>
            </a:lvl1pPr>
          </a:lstStyle>
          <a:p>
            <a:pPr>
              <a:defRPr sz="1800"/>
            </a:pPr>
            <a:r>
              <a:rPr lang="ko-KR"/>
              <a:t>문단 기본이 목록 스타일보다 앞</a:t>
            </a:r>
          </a:p>
        </p:txBody>
      </p:sp>
    </p:spTree>
  </p:cSld>
</p:sld>
</file>